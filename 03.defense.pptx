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spc="200" kern="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&amp; QR CODE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5760" y="173736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27432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 ·  Detection · Localization · Decoding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3163824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Akoudad Karim  ·  126406  ·  UIR  ·  Spring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73752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· Intro to Computer Vision · Spring 2026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457200" y="237744"/>
            <a:ext cx="54864" cy="32918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228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— 7 Steps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in → codes detected, localized, and decoded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" y="1600200"/>
            <a:ext cx="1115568" cy="548640"/>
          </a:xfrm>
          <a:prstGeom prst="rect">
            <a:avLst/>
          </a:prstGeom>
          <a:solidFill>
            <a:srgbClr val="111111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55064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1874520"/>
            <a:ext cx="102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408176" y="1874520"/>
            <a:ext cx="82296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90472" y="1600200"/>
            <a:ext cx="1115568" cy="548640"/>
          </a:xfrm>
          <a:prstGeom prst="rect">
            <a:avLst/>
          </a:prstGeom>
          <a:solidFill>
            <a:srgbClr val="111111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63624" y="1655064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45336" y="1874520"/>
            <a:ext cx="102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606040" y="1874520"/>
            <a:ext cx="82296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88336" y="1600200"/>
            <a:ext cx="1115568" cy="548640"/>
          </a:xfrm>
          <a:prstGeom prst="rect">
            <a:avLst/>
          </a:prstGeom>
          <a:solidFill>
            <a:srgbClr val="111111"/>
          </a:solidFill>
          <a:ln w="19050">
            <a:solidFill>
              <a:srgbClr val="0099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61488" y="1655064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0" y="1874520"/>
            <a:ext cx="102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Morph. Gradient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03904" y="1874520"/>
            <a:ext cx="82296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86200" y="1600200"/>
            <a:ext cx="1115568" cy="548640"/>
          </a:xfrm>
          <a:prstGeom prst="rect">
            <a:avLst/>
          </a:prstGeom>
          <a:solidFill>
            <a:srgbClr val="111111"/>
          </a:solidFill>
          <a:ln w="19050">
            <a:solidFill>
              <a:srgbClr val="0099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59352" y="1655064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41064" y="1874520"/>
            <a:ext cx="102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 Threshold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01768" y="1874520"/>
            <a:ext cx="82296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84064" y="1600200"/>
            <a:ext cx="1115568" cy="548640"/>
          </a:xfrm>
          <a:prstGeom prst="rect">
            <a:avLst/>
          </a:prstGeom>
          <a:solidFill>
            <a:srgbClr val="111111"/>
          </a:solidFill>
          <a:ln w="19050">
            <a:solidFill>
              <a:srgbClr val="0099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57216" y="1655064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38928" y="1874520"/>
            <a:ext cx="102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Morph. Close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99632" y="1874520"/>
            <a:ext cx="82296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81928" y="1600200"/>
            <a:ext cx="1115568" cy="548640"/>
          </a:xfrm>
          <a:prstGeom prst="rect">
            <a:avLst/>
          </a:prstGeom>
          <a:solidFill>
            <a:srgbClr val="111111"/>
          </a:solidFill>
          <a:ln w="19050">
            <a:solidFill>
              <a:srgbClr val="BB6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1655064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B6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36792" y="1874520"/>
            <a:ext cx="102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 Detect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397496" y="1874520"/>
            <a:ext cx="82296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79792" y="1600200"/>
            <a:ext cx="1115568" cy="548640"/>
          </a:xfrm>
          <a:prstGeom prst="rect">
            <a:avLst/>
          </a:prstGeom>
          <a:solidFill>
            <a:srgbClr val="111111"/>
          </a:solidFill>
          <a:ln w="19050">
            <a:solidFill>
              <a:srgbClr val="FFAA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52944" y="1655064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34656" y="1874520"/>
            <a:ext cx="102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neural networks — 100% classical computer vision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92608" y="2788920"/>
            <a:ext cx="1115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image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490472" y="2788920"/>
            <a:ext cx="1115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688336" y="2788920"/>
            <a:ext cx="1115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Blurred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886200" y="2788920"/>
            <a:ext cx="1115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84064" y="2788920"/>
            <a:ext cx="1115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81928" y="2788920"/>
            <a:ext cx="1115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479792" y="2788920"/>
            <a:ext cx="1115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Decoded!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73752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· Intro to Computer Vision · Spring 2026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457200" y="237744"/>
            <a:ext cx="54864" cy="32918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228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Conversion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4114800" cy="1920240"/>
          </a:xfrm>
          <a:prstGeom prst="rect">
            <a:avLst/>
          </a:prstGeom>
          <a:solidFill>
            <a:srgbClr val="101A14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627632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883664"/>
            <a:ext cx="39136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color image has 3 channels: Blue, Green, Red.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collapses all 3 into a single intensity value per pixel.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need color information — a barcode is just black and white bars. Working with 1 channel instead of 3 is faster and gives cleaner results for everything that comes next.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3566160"/>
            <a:ext cx="4114800" cy="7772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3657600"/>
            <a:ext cx="39136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Takes a color image, returns a single-channel grayscale image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to_gray(img):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cv2.cvtColor(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img, cv2.COLOR_BGR2GRAY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160" y="1536192"/>
            <a:ext cx="1851660" cy="182880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953512"/>
            <a:ext cx="18516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(BGR)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09160" y="2084832"/>
            <a:ext cx="18516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screenshot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560820" y="2450592"/>
            <a:ext cx="32004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2260" y="235915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80860" y="1536192"/>
            <a:ext cx="1851660" cy="1828800"/>
          </a:xfrm>
          <a:prstGeom prst="rect">
            <a:avLst/>
          </a:prstGeom>
          <a:solidFill>
            <a:srgbClr val="111111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80860" y="2953512"/>
            <a:ext cx="18516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80860" y="2084832"/>
            <a:ext cx="18516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screenshot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09160" y="34290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goes from shape (H, W, 3) → (H, W)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73752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· Intro to Computer Vision · Spring 2026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457200" y="237744"/>
            <a:ext cx="54864" cy="32918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228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4114800" cy="2103120"/>
          </a:xfrm>
          <a:prstGeom prst="rect">
            <a:avLst/>
          </a:prstGeom>
          <a:solidFill>
            <a:srgbClr val="101A14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627632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883664"/>
            <a:ext cx="391363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slide a 5×5 filter (kernel) over every pixel. Each output pixel becomes a weighted average of its neighbors — closer neighbors have higher weight. The weights follow a bell-curve shape (Gaussian).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Images have sensor noise — random pixel variations. If we compute gradients on a noisy image, noise creates false edges. Blurring removes it.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3730752"/>
            <a:ext cx="2926080" cy="237744"/>
          </a:xfrm>
          <a:prstGeom prst="rect">
            <a:avLst/>
          </a:prstGeom>
          <a:solidFill>
            <a:srgbClr val="1A12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3767328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MATH: G(x,y) = 1/(2πσ²) × e^(−(x²+y²)/2σ²)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4041648"/>
            <a:ext cx="411480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413308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Convolves the image with a 5×5 Gaussian kernel to remove noise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gaussian_blur(gray, ksize=5):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cv2.GaussianBlur(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gray, (ksize, ksize), 0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09160" y="1536192"/>
            <a:ext cx="1851660" cy="182880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953512"/>
            <a:ext cx="18516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(with noise)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09160" y="2084832"/>
            <a:ext cx="18516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screenshot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560820" y="2450592"/>
            <a:ext cx="32004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2260" y="235915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80860" y="1536192"/>
            <a:ext cx="1851660" cy="1828800"/>
          </a:xfrm>
          <a:prstGeom prst="rect">
            <a:avLst/>
          </a:prstGeom>
          <a:solidFill>
            <a:srgbClr val="111111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80860" y="2953512"/>
            <a:ext cx="18516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Blurred (smooth)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80860" y="2084832"/>
            <a:ext cx="18516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screenshot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09160" y="34290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blur is visible when you zoom in — pixel variations disappear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73752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· Intro to Computer Vision · Spring 2026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457200" y="237744"/>
            <a:ext cx="54864" cy="32918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228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Gradient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4114800" cy="1737360"/>
          </a:xfrm>
          <a:prstGeom prst="rect">
            <a:avLst/>
          </a:prstGeom>
          <a:solidFill>
            <a:srgbClr val="101A14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627632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883664"/>
            <a:ext cx="391363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Dilation expands white (bright) regions outward.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Erosion shrinks white regions inward.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the two is an edge-like map — only the boundaries remain. A barcode is alternating black/white bars, so this highlights exactly those transitions.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3364992"/>
            <a:ext cx="2926080" cy="237744"/>
          </a:xfrm>
          <a:prstGeom prst="rect">
            <a:avLst/>
          </a:prstGeom>
          <a:solidFill>
            <a:srgbClr val="1A12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3401568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MATH: gradient = dilate(I, K) − erode(I, K)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36758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is 9×3 (wide) → detects vertical bar transitions specifically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4005072"/>
            <a:ext cx="4114800" cy="9144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4096512"/>
            <a:ext cx="39136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Computes dilate minus erode to highlight barcode bar edges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morphological_gradient(blurred):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kernel = cv2.getStructuringElement(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cv2.MORPH_RECT, (9, 3))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dilated = cv2.dilate(blurred, kernel)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eroded  = cv2.erode(blurred, kernel)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cv2.subtract(dilated, eroded)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09160" y="1536192"/>
            <a:ext cx="1851660" cy="182880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953512"/>
            <a:ext cx="18516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09160" y="2084832"/>
            <a:ext cx="18516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screenshot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560820" y="2450592"/>
            <a:ext cx="32004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52260" y="235915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80860" y="1536192"/>
            <a:ext cx="1851660" cy="1828800"/>
          </a:xfrm>
          <a:prstGeom prst="rect">
            <a:avLst/>
          </a:prstGeom>
          <a:solidFill>
            <a:srgbClr val="111111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80860" y="2953512"/>
            <a:ext cx="18516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(edges only)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80860" y="2084832"/>
            <a:ext cx="18516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screenshot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09160" y="34290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only the bar transitions survive — the rest is black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73752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· Intro to Computer Vision · Spring 2026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457200" y="237744"/>
            <a:ext cx="54864" cy="32918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228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 Binarization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4114800" cy="1828800"/>
          </a:xfrm>
          <a:prstGeom prst="rect">
            <a:avLst/>
          </a:prstGeom>
          <a:solidFill>
            <a:srgbClr val="101A14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627632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883664"/>
            <a:ext cx="39136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pixel becomes either pure black (0) or pure white (255).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Otsu's algorithm looks at the image histogram and automatically picks the best threshold T.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above T → white. Below T → black.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tuning — it adapts to each image.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3456432"/>
            <a:ext cx="2926080" cy="237744"/>
          </a:xfrm>
          <a:prstGeom prst="rect">
            <a:avLst/>
          </a:prstGeom>
          <a:solidFill>
            <a:srgbClr val="1A12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3493008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MATH: minimize: ω₀σ₀² + ω₁σ₁² (intra-class variance)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374904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 = class weight, σ² = class variance. Otsu finds T that makes both groups as uniform as possible.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4151376"/>
            <a:ext cx="4114800" cy="7772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4242816"/>
            <a:ext cx="39136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Auto-selects optimal threshold and produces a black &amp; white image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otsu_threshold(gradient):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_, binary = cv2.threshold(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gradient, 0, 255,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cv2.THRESH_BINARY | cv2.THRESH_OTSU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binary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09160" y="1536192"/>
            <a:ext cx="1851660" cy="182880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953512"/>
            <a:ext cx="18516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(gray levels)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09160" y="2084832"/>
            <a:ext cx="18516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screenshot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560820" y="2450592"/>
            <a:ext cx="32004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52260" y="235915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80860" y="1536192"/>
            <a:ext cx="1851660" cy="1828800"/>
          </a:xfrm>
          <a:prstGeom prst="rect">
            <a:avLst/>
          </a:prstGeom>
          <a:solidFill>
            <a:srgbClr val="111111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80860" y="2953512"/>
            <a:ext cx="18516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(black &amp; white)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80860" y="2084832"/>
            <a:ext cx="18516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screenshot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09160" y="342900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binary image for contour detection — grayscale won't work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73752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· Intro to Computer Vision · Spring 2026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457200" y="237744"/>
            <a:ext cx="54864" cy="32918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228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Close — The Key Step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4114800" cy="2011680"/>
          </a:xfrm>
          <a:prstGeom prst="rect">
            <a:avLst/>
          </a:prstGeom>
          <a:solidFill>
            <a:srgbClr val="101A14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627632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883664"/>
            <a:ext cx="391363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thresholding, each barcode bar is still a separate thin white line. The close operation (dilate then erode) bridges the gaps between bars → they all merge into one solid white rectangle.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a wide 21×7 kernel to bridge the horizontal gaps between bars. Without this step, we'd detect many tiny blobs instead of one clean barcode region.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3639312"/>
            <a:ext cx="2926080" cy="237744"/>
          </a:xfrm>
          <a:prstGeom prst="rect">
            <a:avLst/>
          </a:prstGeom>
          <a:solidFill>
            <a:srgbClr val="1A12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3675888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MATH: close(I,K) = erode( dilate(I,K), K 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3950208"/>
            <a:ext cx="4114800" cy="9601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4041648"/>
            <a:ext cx="39136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Merges disconnected barcode bars into one solid white blob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morphological_close(binary):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k_close = cv2.getStructuringElement(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cv2.MORPH_RECT, (21, 7))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closed = cv2.morphologyEx(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binary, cv2.MORPH_CLOSE, k_close)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k_small = cv2.getStructuringElement(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cv2.MORPH_RECT, (5, 5))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cleaned = cv2.erode(closed, k_small, iterations=4)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cleaned = cv2.dilate(cleaned, k_small, iterations=4)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cleaned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09160" y="1536192"/>
            <a:ext cx="1851660" cy="192024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3044952"/>
            <a:ext cx="18516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bars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09160" y="2112264"/>
            <a:ext cx="18516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screenshot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560820" y="2496312"/>
            <a:ext cx="32004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2260" y="240487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80860" y="1536192"/>
            <a:ext cx="1851660" cy="1920240"/>
          </a:xfrm>
          <a:prstGeom prst="rect">
            <a:avLst/>
          </a:prstGeom>
          <a:solidFill>
            <a:srgbClr val="111111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80860" y="3044952"/>
            <a:ext cx="18516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solid blob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80860" y="2112264"/>
            <a:ext cx="18516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screenshot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09160" y="352958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makes contour detection reliable in the next step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73752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· Intro to Computer Vision · Spring 2026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457200" y="237744"/>
            <a:ext cx="54864" cy="32918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228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 Analysis — Localization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4114800" cy="2011680"/>
          </a:xfrm>
          <a:prstGeom prst="rect">
            <a:avLst/>
          </a:prstGeom>
          <a:solidFill>
            <a:srgbClr val="101A14"/>
          </a:solidFill>
          <a:ln w="12700">
            <a:solidFill>
              <a:srgbClr val="BB6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627632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B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883664"/>
            <a:ext cx="391363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contour is the boundary of a connected white region in a binary image. We extract all contours from the closed mask.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contour we check the area: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 small (&lt; 1500 px²) → noise, ignored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Big enough → compute bounding box (x, y, w, h)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bounding box is our detected code location.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3639312"/>
            <a:ext cx="4114800" cy="12801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3730752"/>
            <a:ext cx="39136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Finds all white blobs in the mask, filters noise, returns bounding boxes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find_candidate_regions(mask, min_area=1500):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contours, _ = cv2.findContours(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mask,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cv2.RETR_EXTERNAL,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cv2.CHAIN_APPROX_SIMPLE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regions = []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 in contours: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cv2.contourArea(c) &gt;= min_area: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regions.append(cv2.boundingRect(c))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regions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160" y="1536192"/>
            <a:ext cx="1851660" cy="201168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3136392"/>
            <a:ext cx="18516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binary mask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09160" y="2139696"/>
            <a:ext cx="18516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screenshot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560820" y="2542032"/>
            <a:ext cx="32004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2260" y="245059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80860" y="1536192"/>
            <a:ext cx="1851660" cy="2011680"/>
          </a:xfrm>
          <a:prstGeom prst="rect">
            <a:avLst/>
          </a:prstGeom>
          <a:solidFill>
            <a:srgbClr val="111111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80860" y="3136392"/>
            <a:ext cx="18516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+ bounding boxes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80860" y="2139696"/>
            <a:ext cx="18516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screenshot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09160" y="3611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boxes = detected code regions drawn on the original image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73752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· Intro to Computer Vision · Spring 2026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457200" y="237744"/>
            <a:ext cx="54864" cy="32918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228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Multi-Variant Decoding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4114800" cy="2377440"/>
          </a:xfrm>
          <a:prstGeom prst="rect">
            <a:avLst/>
          </a:prstGeom>
          <a:solidFill>
            <a:srgbClr val="101A14"/>
          </a:solidFill>
          <a:ln w="12700">
            <a:solidFill>
              <a:srgbClr val="FFA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627632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883664"/>
            <a:ext cx="391363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pyzbar reads the actual encoded data from the image. It handles QR codes, EAN-13, Code128, and more.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run it on 5 different versions of the image because real photos have glare or shadows — one version might fail where another works: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Raw image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Grayscale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Adaptive threshold (handles uneven lighting)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Inverted version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Sharpened (convolution kernel — same as linear filtering)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4005072"/>
            <a:ext cx="2926080" cy="237744"/>
          </a:xfrm>
          <a:prstGeom prst="rect">
            <a:avLst/>
          </a:prstGeom>
          <a:solidFill>
            <a:srgbClr val="1A12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4041648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A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MATH: Sharpening: K=[[0,-1,0],[-1,5,-1],[0,-1,0]], I*K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09160" y="1536192"/>
            <a:ext cx="4023360" cy="28346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627632"/>
            <a:ext cx="382219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Tries 5 preprocessed versions, returns all unique decoded results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decode_variants(img_bgr):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gray     = cv2.cvtColor(img_bgr, ...)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adaptive = cv2.adaptiveThreshold(...)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        = np.array([[0,-1,0],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[-1,5,-1],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[0,-1,0]])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sharpened = cv2.filter2D(gray,-1,K)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variants  = [img_bgr, gray, adaptive,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~adaptive, sharpened]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decode each, deduplicate results
</a:t>
            </a:r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73752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· Intro to Computer Vision · Spring 2026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457200" y="237744"/>
            <a:ext cx="54864" cy="32918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228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Results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 images decoded correctly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536192"/>
            <a:ext cx="2743200" cy="2468880"/>
          </a:xfrm>
          <a:prstGeom prst="rect">
            <a:avLst/>
          </a:prstGeom>
          <a:solidFill>
            <a:srgbClr val="111111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45920"/>
            <a:ext cx="2560320" cy="1280160"/>
          </a:xfrm>
          <a:prstGeom prst="rect">
            <a:avLst/>
          </a:prstGeom>
          <a:solidFill>
            <a:srgbClr val="1A1A1A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459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screenshot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qr_test.png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98094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QRCODE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21868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https://uir.ac.ma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2560320" cy="256032"/>
          </a:xfrm>
          <a:prstGeom prst="rect">
            <a:avLst/>
          </a:prstGeom>
          <a:solidFill>
            <a:srgbClr val="0A1A0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9300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1536192"/>
            <a:ext cx="2743200" cy="2468880"/>
          </a:xfrm>
          <a:prstGeom prst="rect">
            <a:avLst/>
          </a:prstGeom>
          <a:solidFill>
            <a:srgbClr val="111111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1645920"/>
            <a:ext cx="2560320" cy="1280160"/>
          </a:xfrm>
          <a:prstGeom prst="rect">
            <a:avLst/>
          </a:prstGeom>
          <a:solidFill>
            <a:srgbClr val="1A1A1A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6459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screenshot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barcode_test.png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37560" y="298094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EAN13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321868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5901234123457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37560" y="3474720"/>
            <a:ext cx="2560320" cy="256032"/>
          </a:xfrm>
          <a:prstGeom prst="rect">
            <a:avLst/>
          </a:prstGeom>
          <a:solidFill>
            <a:srgbClr val="0A1A0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349300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1536192"/>
            <a:ext cx="2743200" cy="2468880"/>
          </a:xfrm>
          <a:prstGeom prst="rect">
            <a:avLst/>
          </a:prstGeom>
          <a:solidFill>
            <a:srgbClr val="111111"/>
          </a:solidFill>
          <a:ln w="12700">
            <a:solidFill>
              <a:srgbClr val="FFAA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1645920"/>
            <a:ext cx="2560320" cy="1280160"/>
          </a:xfrm>
          <a:prstGeom prst="rect">
            <a:avLst/>
          </a:prstGeom>
          <a:solidFill>
            <a:srgbClr val="1A1A1A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6459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screenshot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combined_test.png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17920" y="298094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QR + EAN13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321868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Both at once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17920" y="3474720"/>
            <a:ext cx="2560320" cy="256032"/>
          </a:xfrm>
          <a:prstGeom prst="rect">
            <a:avLst/>
          </a:prstGeom>
          <a:solidFill>
            <a:srgbClr val="0A1A0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49300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Decoded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8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5146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Colab  →  Run all  →  Cell 10: upload image  →  Scan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3108960"/>
            <a:ext cx="1645920" cy="731520"/>
          </a:xfrm>
          <a:prstGeom prst="rect">
            <a:avLst/>
          </a:prstGeom>
          <a:solidFill>
            <a:srgbClr val="0A1A0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3145536"/>
            <a:ext cx="14996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Runtime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Run all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834640" y="3108960"/>
            <a:ext cx="1645920" cy="731520"/>
          </a:xfrm>
          <a:prstGeom prst="rect">
            <a:avLst/>
          </a:prstGeom>
          <a:solidFill>
            <a:srgbClr val="0A1A0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07792" y="3145536"/>
            <a:ext cx="14996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Wait for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3108960"/>
            <a:ext cx="1645920" cy="731520"/>
          </a:xfrm>
          <a:prstGeom prst="rect">
            <a:avLst/>
          </a:prstGeom>
          <a:solidFill>
            <a:srgbClr val="0A1A0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6592" y="3145536"/>
            <a:ext cx="14996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Cell 10: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92240" y="3108960"/>
            <a:ext cx="1645920" cy="731520"/>
          </a:xfrm>
          <a:prstGeom prst="rect">
            <a:avLst/>
          </a:prstGeom>
          <a:solidFill>
            <a:srgbClr val="0A1A0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3145536"/>
            <a:ext cx="14996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Click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Barcode &amp; QR Code Scanner</dc:title>
  <dc:subject>PptxGenJS Presentation</dc:subject>
  <dc:creator>PptxGenJS</dc:creator>
  <cp:lastModifiedBy>PptxGenJS</cp:lastModifiedBy>
  <cp:revision>1</cp:revision>
  <dcterms:created xsi:type="dcterms:W3CDTF">2026-04-21T23:11:51Z</dcterms:created>
  <dcterms:modified xsi:type="dcterms:W3CDTF">2026-04-21T23:11:51Z</dcterms:modified>
</cp:coreProperties>
</file>