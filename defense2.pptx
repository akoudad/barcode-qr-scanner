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&amp; QR CODE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78308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 ·  Detection · Localization · Decoding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16382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Akoudad Karim  ·  126406  ·  UIR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46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7 Steps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" y="1691640"/>
            <a:ext cx="1115568" cy="566928"/>
          </a:xfrm>
          <a:prstGeom prst="rect">
            <a:avLst/>
          </a:prstGeom>
          <a:solidFill>
            <a:srgbClr val="111111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4650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96596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08176" y="1975104"/>
            <a:ext cx="731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32257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81328" y="1691640"/>
            <a:ext cx="1115568" cy="566928"/>
          </a:xfrm>
          <a:prstGeom prst="rect">
            <a:avLst/>
          </a:prstGeom>
          <a:solidFill>
            <a:srgbClr val="111111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74650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36192" y="196596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96896" y="1975104"/>
            <a:ext cx="731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232257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70048" y="1691640"/>
            <a:ext cx="1115568" cy="566928"/>
          </a:xfrm>
          <a:prstGeom prst="rect">
            <a:avLst/>
          </a:prstGeom>
          <a:solidFill>
            <a:srgbClr val="111111"/>
          </a:solidFill>
          <a:ln w="19050">
            <a:solidFill>
              <a:srgbClr val="009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74650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24912" y="196596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Morph. Gradient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85616" y="1975104"/>
            <a:ext cx="731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232257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58768" y="1691640"/>
            <a:ext cx="1115568" cy="566928"/>
          </a:xfrm>
          <a:prstGeom prst="rect">
            <a:avLst/>
          </a:prstGeom>
          <a:solidFill>
            <a:srgbClr val="111111"/>
          </a:solidFill>
          <a:ln w="19050">
            <a:solidFill>
              <a:srgbClr val="009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174650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13632" y="196596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Threshold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74336" y="1975104"/>
            <a:ext cx="731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58768" y="232257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47488" y="1691640"/>
            <a:ext cx="1115568" cy="566928"/>
          </a:xfrm>
          <a:prstGeom prst="rect">
            <a:avLst/>
          </a:prstGeom>
          <a:solidFill>
            <a:srgbClr val="111111"/>
          </a:solidFill>
          <a:ln w="19050">
            <a:solidFill>
              <a:srgbClr val="009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74650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02352" y="196596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Morph. Close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63056" y="1975104"/>
            <a:ext cx="731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232257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36208" y="1691640"/>
            <a:ext cx="1115568" cy="566928"/>
          </a:xfrm>
          <a:prstGeom prst="rect">
            <a:avLst/>
          </a:prstGeom>
          <a:solidFill>
            <a:srgbClr val="111111"/>
          </a:solidFill>
          <a:ln w="19050">
            <a:solidFill>
              <a:srgbClr val="BB6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74650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91072" y="196596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Detect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51776" y="1975104"/>
            <a:ext cx="731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32257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 9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424928" y="1691640"/>
            <a:ext cx="1115568" cy="566928"/>
          </a:xfrm>
          <a:prstGeom prst="rect">
            <a:avLst/>
          </a:prstGeom>
          <a:solidFill>
            <a:srgbClr val="111111"/>
          </a:solidFill>
          <a:ln w="19050">
            <a:solidFill>
              <a:srgbClr val="FFAA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174650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79792" y="196596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24928" y="232257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pyzbar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7200" y="3017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goes in → each step transforms it → codes detected, localized, and decoded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neural networks — 100% classical computer vision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407408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44398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→  Our pipeline has 7 steps. Each one is a concept we studied in class. Let me walk through each one.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46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Lecture 2: Linear Filtering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Conversion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914400"/>
          </a:xfrm>
          <a:prstGeom prst="rect">
            <a:avLst/>
          </a:prstGeom>
          <a:solidFill>
            <a:srgbClr val="0D1A14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9164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947672"/>
            <a:ext cx="3803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has 3 color channels: Blue, Green, Red.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collapses them into 1 single intensity channel.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4023360" cy="914400"/>
          </a:xfrm>
          <a:prstGeom prst="rect">
            <a:avLst/>
          </a:prstGeom>
          <a:solidFill>
            <a:srgbClr val="0D1A14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9748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do it?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953512"/>
            <a:ext cx="3803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need color to detect barcode bars or QR patterns.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1 channel is faster and cleaner for the next steps.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4023360" cy="640080"/>
          </a:xfrm>
          <a:prstGeom prst="rect">
            <a:avLst/>
          </a:prstGeom>
          <a:solidFill>
            <a:srgbClr val="0D1A14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70332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connection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959352"/>
            <a:ext cx="380390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— image representation.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a tensor H×W×3. We reduce it to H×W.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4114800" cy="2651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691640"/>
            <a:ext cx="389534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to_gray(img):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Convert the 3-channel BGR image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 a single grayscale channel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cv2.cvtColor(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img,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cv2.COLOR_BGR2GRAY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Result: image goes from (H, W, 3)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to just   (H, W)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43159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screenshot: original vs grayscale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4407408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4398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→  First step: we convert the image to grayscale. A barcode is just black and white bars — color gives us no useful info. So we drop it.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46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Lecture 2: Convolution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1051560"/>
          </a:xfrm>
          <a:prstGeom prst="rect">
            <a:avLst/>
          </a:prstGeom>
          <a:solidFill>
            <a:srgbClr val="0D1A14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9164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947672"/>
            <a:ext cx="3803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pass a 5×5 Gaussian kernel over the image.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convolution — the same math from lecture 2.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becomes a weighted average of its neighbors.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4023360" cy="1051560"/>
          </a:xfrm>
          <a:prstGeom prst="rect">
            <a:avLst/>
          </a:prstGeom>
          <a:solidFill>
            <a:srgbClr val="0D1A14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83464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do it?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090672"/>
            <a:ext cx="3803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have sensor noise — random pixel variations.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compute gradients on noisy images, we get false edges.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Blurring first removes the noise → cleaner detection.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886200"/>
            <a:ext cx="4023360" cy="411480"/>
          </a:xfrm>
          <a:prstGeom prst="rect">
            <a:avLst/>
          </a:prstGeom>
          <a:solidFill>
            <a:srgbClr val="0D1A14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97764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connection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233672"/>
            <a:ext cx="3803904" cy="-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— linear shift-invariant filtering.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= convolution with a Gaussian kernel.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4114800" cy="2651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691640"/>
            <a:ext cx="389534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gaussian_blur(gray, ksize=5):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Apply Gaussian blur via 2D convolution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ksize=5 means a 5x5 kernel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sigma=0 means OpenCV auto-calculates it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cv2.GaussianBlur(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gray,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(ksize, ksize),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   # sigma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removes noise before edge detection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43159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screenshot: grayscale vs blurred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4407408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4398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→  Step 2: Gaussian blur. We convolve the image with a Gaussian kernel — exact same concept from lecture 2. It smooths the image and removes noise before we start computing gradients.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46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Lecture 4: Non-Linear Filtering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Gradient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1051560"/>
          </a:xfrm>
          <a:prstGeom prst="rect">
            <a:avLst/>
          </a:prstGeom>
          <a:solidFill>
            <a:srgbClr val="0D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9164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947672"/>
            <a:ext cx="3803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expands bright regions. Erosion shrinks them.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gradient = dilate − erode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produces an edge-like response — highlights transitions.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4023360" cy="1051560"/>
          </a:xfrm>
          <a:prstGeom prst="rect">
            <a:avLst/>
          </a:prstGeom>
          <a:solidFill>
            <a:srgbClr val="0D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83464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do it?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090672"/>
            <a:ext cx="3803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barcode is made of alternating black and white bars.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detects exactly those transitions.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wide 9×3 kernel to emphasize horizontal bar patterns.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886200"/>
            <a:ext cx="4023360" cy="411480"/>
          </a:xfrm>
          <a:prstGeom prst="rect">
            <a:avLst/>
          </a:prstGeom>
          <a:solidFill>
            <a:srgbClr val="0D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97764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connection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233672"/>
            <a:ext cx="3803904" cy="-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— morphological operations.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 and erode are non-linear filters.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4114800" cy="2651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691640"/>
            <a:ext cx="389534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morphological_gradient(blurred):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9x3 kernel: wide horizontally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 detect vertical bar transitions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kernel = cv2.getStructuringElement(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cv2.MORPH_RECT, (9, 3))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Expand bright regions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dilated = cv2.dilate(blurred, kernel)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Shrink bright regions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eroded  = cv2.erode(blurred, kernel)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Difference = edges only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cv2.subtract(dilated, eroded)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43159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screenshot: blurred vs gradient result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4407408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4398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→  Step 3: morphological gradient. Dilation minus erosion gives us the edges. We use a wide 9x3 kernel because barcode bars are taller than they are wide — we want to catch vertical transitions.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46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Lecture 4: Non-Linear Filtering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Binarization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960120"/>
          </a:xfrm>
          <a:prstGeom prst="rect">
            <a:avLst/>
          </a:prstGeom>
          <a:solidFill>
            <a:srgbClr val="0D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9164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947672"/>
            <a:ext cx="3803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 converts a grayscale image to pure black &amp; white.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above threshold T → white (255)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below → black (0)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023360" cy="1097280"/>
          </a:xfrm>
          <a:prstGeom prst="rect">
            <a:avLst/>
          </a:prstGeom>
          <a:solidFill>
            <a:srgbClr val="0D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74320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Otsu special?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999232"/>
            <a:ext cx="38039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automatically finds the best threshold.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at the image histogram and picks the T that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foreground from background most cleanly.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tuning needed.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4023360" cy="502920"/>
          </a:xfrm>
          <a:prstGeom prst="rect">
            <a:avLst/>
          </a:prstGeom>
          <a:solidFill>
            <a:srgbClr val="0D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93192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187952"/>
            <a:ext cx="380390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binary mask to find contours in the next step.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won't work — we need pure black and white.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4114800" cy="2651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691640"/>
            <a:ext cx="389534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otsu_threshold(gradient):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THRESH_OTSU: auto-compute best threshold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THRESH_BINARY: pixel &gt; T → 255, else 0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binary = cv2.threshold(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gradient,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0,    # ignored when using Otsu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255,  # max value for white pixels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cv2.THRESH_BINARY | cv2.THRESH_OTSU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binary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Result: pure black &amp; white image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43159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screenshot: gradient vs binary mask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4407408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4398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→  Step 4: Otsu thresholding. We need a binary image — black or white, nothing in between. Otsu automatically finds the best threshold by analyzing the pixel histogram. No parameter tuning.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46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·  Lecture 4: Non-Linear Filtering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Close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960120"/>
          </a:xfrm>
          <a:prstGeom prst="rect">
            <a:avLst/>
          </a:prstGeom>
          <a:solidFill>
            <a:srgbClr val="0D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9164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947672"/>
            <a:ext cx="3803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close = dilate first, then erode.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fills small gaps and holes in white regions.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close(I, K) = erode( dilate(I, K), K 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023360" cy="1188720"/>
          </a:xfrm>
          <a:prstGeom prst="rect">
            <a:avLst/>
          </a:prstGeom>
          <a:solidFill>
            <a:srgbClr val="0D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74320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do it?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999232"/>
            <a:ext cx="38039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thresholding, barcode bars appear as separate thin lines.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 operation with a wide 21×7 kernel bridges the gaps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bars → they merge into one solid white rectangle.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solid blob is what we detect as a candidate region.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4023360" cy="411480"/>
          </a:xfrm>
          <a:prstGeom prst="rect">
            <a:avLst/>
          </a:prstGeom>
          <a:solidFill>
            <a:srgbClr val="0D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2336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key step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279392"/>
            <a:ext cx="3803904" cy="-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many disconnected small blobs.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it: one clean blob per barcode/QR code.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4114800" cy="2651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691640"/>
            <a:ext cx="389534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morphological_close(binary):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Wide 21x7 kernel to bridge bar gaps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k_close = cv2.getStructuringElement(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cv2.MORPH_RECT, (21, 7))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Close = dilate then erode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closed = cv2.morphologyEx(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binary, cv2.MORPH_CLOSE, k_close)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Extra clean-up: erode small noise blobs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k_small = cv2.getStructuringElement(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cv2.MORPH_RECT, (5, 5))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cleaned = cv2.erode(closed, k_small, iterations=4)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cleaned = cv2.dilate(cleaned, k_small, iterations=4)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cleaned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43159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screenshot: binary vs closed mask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4407408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4398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→  Step 5: morphological close. This is the most important step. The barcode bars are disconnected after thresholding. The close merges them into one solid blob — which we can then detect easily.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46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·  Lecture 9: Boundary Detection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Analysis — Localization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868680"/>
          </a:xfrm>
          <a:prstGeom prst="rect">
            <a:avLst/>
          </a:prstGeom>
          <a:solidFill>
            <a:srgbClr val="0D1A14"/>
          </a:solidFill>
          <a:ln w="12700">
            <a:solidFill>
              <a:srgbClr val="BB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9164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contour?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947672"/>
            <a:ext cx="38039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contour is the boundary of a connected white region in a binary image.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finds all contours automatically with findContours.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4023360" cy="1097280"/>
          </a:xfrm>
          <a:prstGeom prst="rect">
            <a:avLst/>
          </a:prstGeom>
          <a:solidFill>
            <a:srgbClr val="0D1A14"/>
          </a:solidFill>
          <a:ln w="12700">
            <a:solidFill>
              <a:srgbClr val="BB6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5176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do with contours?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907792"/>
            <a:ext cx="38039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contour we compute: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Area → filter out tiny noise blobs (&lt; 1500 px²)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Bounding rectangle (x, y, w, h) → this is our detected region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draw these boxes on the original image.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4023360" cy="594360"/>
          </a:xfrm>
          <a:prstGeom prst="rect">
            <a:avLst/>
          </a:prstGeom>
          <a:solidFill>
            <a:srgbClr val="0D1A14"/>
          </a:solidFill>
          <a:ln w="12700">
            <a:solidFill>
              <a:srgbClr val="BB6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84048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connection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096512"/>
            <a:ext cx="3803904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— boundary detection and contour analysis.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RETR_EXTERNAL (outer boundaries only)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CHAIN_APPROX_SIMPLE (compressed representation).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4114800" cy="2651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691640"/>
            <a:ext cx="389534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find_candidate_regions(mask, min_area=1500):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Find all white blobs in the binary mask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contours, _ = cv2.findContours(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mask,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cv2.RETR_EXTERNAL,      # only outer boundaries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cv2.CHAIN_APPROX_SIMPLE # compressed representation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regions = []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contours: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Skip blobs that are too small (noise)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cv2.contourArea(c) &gt;= min_area: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Get bounding box (x, y, width, height)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regions.append(cv2.boundingRect(c))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regions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43159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screenshot: closed mask + green bounding boxes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4407408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4398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→  Step 6: contour detection. Now that each code is a solid blob, we extract its boundary and compute its bounding box. That box tells us exactly where the code is in the image.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46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 ·  Decoding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Multi-Variant Decoding with pyzbar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960120"/>
          </a:xfrm>
          <a:prstGeom prst="rect">
            <a:avLst/>
          </a:prstGeom>
          <a:solidFill>
            <a:srgbClr val="0D1A14"/>
          </a:solidFill>
          <a:ln w="12700">
            <a:solidFill>
              <a:srgbClr val="FFA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9164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pyzbar?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947672"/>
            <a:ext cx="3803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pyzbar is a Python library that wraps zbar — a C library for reading barcodes.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handles QR codes, EAN-13, Code128, and many more formats.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give it an image and it returns the decoded data.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023360" cy="1234440"/>
          </a:xfrm>
          <a:prstGeom prst="rect">
            <a:avLst/>
          </a:prstGeom>
          <a:solidFill>
            <a:srgbClr val="0D1A14"/>
          </a:solidFill>
          <a:ln w="12700">
            <a:solidFill>
              <a:srgbClr val="FFA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74320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 variants?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999232"/>
            <a:ext cx="38039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 have glare, shadows, and low contrast.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preprocessing often fails to decode.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try 5 different versions of the image: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Grayscale → Adaptive Threshold → Inverted → Sharpened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unique results, discard duplicates.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4023360" cy="411480"/>
          </a:xfrm>
          <a:prstGeom prst="rect">
            <a:avLst/>
          </a:prstGeom>
          <a:solidFill>
            <a:srgbClr val="0D1A14"/>
          </a:solidFill>
          <a:ln w="12700">
            <a:solidFill>
              <a:srgbClr val="FFA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69080"/>
            <a:ext cx="3803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 = Lecture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325112"/>
            <a:ext cx="3803904" cy="-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sharpened variant uses a convolution kernel: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[[0,-1,0],[-1,5,-1],[0,-1,0]]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amplifies edges — a direct application of linear filtering.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4114800" cy="2651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691640"/>
            <a:ext cx="389534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decode_variants(img_bgr):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gray = cv2.cvtColor(img_bgr, cv2.COLOR_BGR2GRAY)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Variant 3: adaptive threshold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handles uneven lighting in real photos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adaptive = cv2.adaptiveThreshold(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gray, 255,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cv2.ADAPTIVE_THRESH_GAUSSIAN_C,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cv2.THRESH_BINARY, 11, 2)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Variant 5: sharpen via convolution (Lec 2)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np.array([[0,-1,0],[-1,5,-1],[0,-1,0]])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sharpened = cv2.filter2D(gray, -1, K)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variants = [img_bgr, gray, adaptive,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cv2.bitwise_not(adaptive), sharpened]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Try each variant, keep unique results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seen, results = set(), []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v in variants: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 in pyzbar.decode(v):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(d.data, d.type) not in seen: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seen.add((d.data, d.type))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results.append(d)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0" y="4407408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44398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→  Last step: decoding. pyzbar reads the actual data from the code. We run it 5 times on different preprocessed versions — because one preprocessing might fail where another succeeds.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46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Results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images decoded correctly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2743200" cy="2423160"/>
          </a:xfrm>
          <a:prstGeom prst="rect">
            <a:avLst/>
          </a:prstGeom>
          <a:solidFill>
            <a:srgbClr val="111111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719072"/>
            <a:ext cx="2523744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719072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qr_test.png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96265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https://uir.ac.ma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3456432"/>
            <a:ext cx="256032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747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1600200"/>
            <a:ext cx="2743200" cy="2423160"/>
          </a:xfrm>
          <a:prstGeom prst="rect">
            <a:avLst/>
          </a:prstGeom>
          <a:solidFill>
            <a:srgbClr val="111111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1719072"/>
            <a:ext cx="2523744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719072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barcode_test.png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83280" y="296265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EAN13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200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5901234123457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83280" y="3456432"/>
            <a:ext cx="256032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4747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1600200"/>
            <a:ext cx="2743200" cy="2423160"/>
          </a:xfrm>
          <a:prstGeom prst="rect">
            <a:avLst/>
          </a:prstGeom>
          <a:solidFill>
            <a:srgbClr val="111111"/>
          </a:solidFill>
          <a:ln w="12700">
            <a:solidFill>
              <a:srgbClr val="FFA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1928" y="1719072"/>
            <a:ext cx="2523744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1719072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combined_test.png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63640" y="296265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 + EAN13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3200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codes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0" y="3456432"/>
            <a:ext cx="256032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4747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407408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4398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→  100% decode rate on our test images. The pipeline correctly detects and decodes the QR code, the barcode, and both codes at the same time in the combined image.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Colab  →  Run all  →  Cell 10: upload your image  →  Scan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3108960"/>
            <a:ext cx="1645920" cy="73152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3145536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 all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834640" y="3108960"/>
            <a:ext cx="1645920" cy="73152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07792" y="3145536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Wait 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3108960"/>
            <a:ext cx="1645920" cy="73152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3145536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Cell 10: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92240" y="3108960"/>
            <a:ext cx="1645920" cy="73152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3145536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Barcode &amp; QR Code Scanner</dc:title>
  <dc:subject>PptxGenJS Presentation</dc:subject>
  <dc:creator>PptxGenJS</dc:creator>
  <cp:lastModifiedBy>PptxGenJS</cp:lastModifiedBy>
  <cp:revision>1</cp:revision>
  <dcterms:created xsi:type="dcterms:W3CDTF">2026-04-21T22:53:34Z</dcterms:created>
  <dcterms:modified xsi:type="dcterms:W3CDTF">2026-04-21T22:53:34Z</dcterms:modified>
</cp:coreProperties>
</file>